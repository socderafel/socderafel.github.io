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712" y="2113657"/>
            <a:ext cx="3076575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666107"/>
            <a:ext cx="950118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0F172A"/>
                </a:solidFill>
                <a:latin typeface="Poppins"/>
              </a:rPr>
              <a:t>1a Avaluació: </a:t>
            </a:r>
            <a:r>
              <a:rPr b="1" sz="4050" i="0" u="none">
                <a:solidFill>
                  <a:srgbClr val="0284C7"/>
                </a:solidFill>
                <a:latin typeface="Poppins"/>
              </a:rPr>
              <a:t>Identitat i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4058542"/>
            <a:ext cx="7810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El naixement de la teua empresa informàtica. Creació de la marca, disseny corporatiu i elaboració dels teus primers documents oficials.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49078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70659" y="2757487"/>
            <a:ext cx="5450681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0F172A"/>
                </a:solidFill>
                <a:latin typeface="Poppins"/>
              </a:rPr>
              <a:t>Fase 1: La Teua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500" y="3652837"/>
            <a:ext cx="7239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b="0" sz="1575" i="0" u="none">
                <a:solidFill>
                  <a:srgbClr val="475569"/>
                </a:solidFill>
                <a:latin typeface="DM Sans"/>
              </a:rPr>
              <a:t>Abans de començar a reparar cap ordinador ni atendre clients, necessites saber qui eres. Anem a dissenyar el nom i la imatge del teu servei tècnic.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533650"/>
            <a:ext cx="3498800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525" y="2533650"/>
            <a:ext cx="3498800" cy="2600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533650"/>
            <a:ext cx="3498800" cy="2600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80987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533775"/>
            <a:ext cx="8701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oppins"/>
              </a:rPr>
              <a:t>Naming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43350"/>
            <a:ext cx="3022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DM Sans"/>
              </a:rPr>
              <a:t>Com es dirà la teua empresa? Busquem un nom comercial atractiu, memorable i relacionat amb el món del suport informàtic o la tecnologia.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80987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4650" y="3533775"/>
            <a:ext cx="207025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oppins"/>
              </a:rPr>
              <a:t>Colors Corporatius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3943350"/>
            <a:ext cx="3022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DM Sans"/>
              </a:rPr>
              <a:t>Triarem una paleta de 2 o 3 colors que et representaran. Aquests colors s'utilitzaran al logotip, als textos i a tota la papereria de l'empresa.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80987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12050" y="3533775"/>
            <a:ext cx="116014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oppins"/>
              </a:rPr>
              <a:t>Tipografia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3943350"/>
            <a:ext cx="3022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DM Sans"/>
              </a:rPr>
              <a:t>Selecció de les fonts per als documents. Necessitarem una font clara per al cos del text i una altra de més cridanera per als títols.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" y="2943225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8000" y="2943225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688" y="2943225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Els 3 Pilars del teu Disseny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137" y="2024062"/>
            <a:ext cx="4757737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2895600"/>
            <a:ext cx="5815012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DM Sans"/>
              </a:rPr>
              <a:t>El teu logo serà la cara de l'empresa.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252787"/>
            <a:ext cx="581501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Utilitzarem eines de disseny per a crear un logotip 100% original que reflectisca professionalitat i el tipus de serveis ofimàtics que ofereixes.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85048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852862"/>
            <a:ext cx="5576887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Creació d'un isotip (símbol) i logotip (text).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18861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191000"/>
            <a:ext cx="5576887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Disseny net i adaptat tant per a web com per a impressió.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52675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529137"/>
            <a:ext cx="5576887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Exportació en formats professionals d'alta resolució.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662" y="2033587"/>
            <a:ext cx="4738687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Creació del Logotip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49078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65458" y="2757487"/>
            <a:ext cx="8661082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0F172A"/>
                </a:solidFill>
                <a:latin typeface="Poppins"/>
              </a:rPr>
              <a:t>Fase 2: Documentació amb 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500" y="3652837"/>
            <a:ext cx="7239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b="0" sz="1575" i="0" u="none">
                <a:solidFill>
                  <a:srgbClr val="475569"/>
                </a:solidFill>
                <a:latin typeface="DM Sans"/>
              </a:rPr>
              <a:t>Aplicarem la teua nova marca corporativa. Utilitzarem LibreOffice Writer per donar un format impecable als teus primers documents d'empresa.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455068"/>
            <a:ext cx="5334000" cy="2757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55068"/>
            <a:ext cx="5334000" cy="2757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2750343"/>
            <a:ext cx="4710588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725" i="0" u="none">
                <a:solidFill>
                  <a:srgbClr val="0369A1"/>
                </a:solidFill>
                <a:latin typeface="Poppins"/>
              </a:rPr>
              <a:t>Plantilles de l'Empresa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7543"/>
            <a:ext cx="47434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Les bases del teu arxiu documental: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625" y="2750343"/>
            <a:ext cx="4590573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725" i="0" u="none">
                <a:solidFill>
                  <a:srgbClr val="0369A1"/>
                </a:solidFill>
                <a:latin typeface="Poppins"/>
              </a:rPr>
              <a:t>Documents de Gestió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07543"/>
            <a:ext cx="47434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Comunicació formal i condicions: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02731"/>
            <a:ext cx="16192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659981"/>
            <a:ext cx="45148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Disseny de la pàgina corporativa amb </a:t>
            </a:r>
            <a:r>
              <a:rPr b="1" sz="1275" i="0" u="none">
                <a:solidFill>
                  <a:srgbClr val="334155"/>
                </a:solidFill>
                <a:latin typeface="DM Sans"/>
              </a:rPr>
              <a:t>capçalera i peu de pàgina</a:t>
            </a:r>
            <a:r>
              <a:rPr b="0" sz="1275" i="0" u="none">
                <a:solidFill>
                  <a:srgbClr val="334155"/>
                </a:solidFill>
                <a:latin typeface="DM Sans"/>
              </a:rPr>
              <a:t> personalitzats amb el teu logo.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41006"/>
            <a:ext cx="45148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Targetes de visita llestes per imprimir.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79143"/>
            <a:ext cx="45148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Rètol comercial i horaris d'obertura.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802731"/>
            <a:ext cx="27622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0" y="3659981"/>
            <a:ext cx="45148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DM Sans"/>
              </a:rPr>
              <a:t>Carta de presentació:</a:t>
            </a:r>
            <a:r>
              <a:rPr b="0" sz="1275" i="0" u="none">
                <a:solidFill>
                  <a:srgbClr val="334155"/>
                </a:solidFill>
                <a:latin typeface="DM Sans"/>
              </a:rPr>
              <a:t> Text explicant què feu adreçat als futurs clients.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4241006"/>
            <a:ext cx="45148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DM Sans"/>
              </a:rPr>
              <a:t>Condicions del servei:</a:t>
            </a:r>
            <a:r>
              <a:rPr b="0" sz="1275" i="0" u="none">
                <a:solidFill>
                  <a:srgbClr val="334155"/>
                </a:solidFill>
                <a:latin typeface="DM Sans"/>
              </a:rPr>
              <a:t> Redacció de les normes, garanties i terminis de reparació del teu taller.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621881"/>
            <a:ext cx="857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202906"/>
            <a:ext cx="857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4541043"/>
            <a:ext cx="857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3621881"/>
            <a:ext cx="857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300" y="4202906"/>
            <a:ext cx="857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Què redactarem amb LibreOffice?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137" y="2024062"/>
            <a:ext cx="4757737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2895600"/>
            <a:ext cx="5815012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DM Sans"/>
              </a:rPr>
              <a:t>Seguretat ofimàtica bàsica per a la teua empresa.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252787"/>
            <a:ext cx="581501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Abans d'entrar plenament a desmuntar equips en la segona avaluació, cal establir les bases de la Prevenció de Riscos Laborals (PRL).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85048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852862"/>
            <a:ext cx="5576887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Creació d'una petita </a:t>
            </a:r>
            <a:r>
              <a:rPr b="1" sz="1275" i="0" u="none">
                <a:solidFill>
                  <a:srgbClr val="334155"/>
                </a:solidFill>
                <a:latin typeface="DM Sans"/>
              </a:rPr>
              <a:t>Guia de Bones Pràctiques</a:t>
            </a:r>
            <a:r>
              <a:rPr b="0" sz="1275" i="0" u="none">
                <a:solidFill>
                  <a:srgbClr val="334155"/>
                </a:solidFill>
                <a:latin typeface="DM Sans"/>
              </a:rPr>
              <a:t> documentada en Writer.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18861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191000"/>
            <a:ext cx="5576887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Riscos elèctrics principals en una oficina.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52675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529137"/>
            <a:ext cx="5576887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Ergonomia i correcta postura davant el teclat i la pantalla.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662" y="2033587"/>
            <a:ext cx="4738687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Fase 3: Iniciació a la PRL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890837"/>
            <a:ext cx="3833812" cy="1885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925" y="3195637"/>
            <a:ext cx="3224212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16A34A"/>
                </a:solidFill>
                <a:latin typeface="Poppins"/>
              </a:rP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4224337"/>
            <a:ext cx="322421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DM Sans"/>
              </a:rPr>
              <a:t>De la nota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9187" y="2859881"/>
            <a:ext cx="697587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La Base del Teu Èxit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9187" y="3364706"/>
            <a:ext cx="6643687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Aquesta primera avaluació és fonamental. Si estableixes una bona base documental, saps manejar Writer i tens una imatge de marca forta, el treball de la resta del curs fluirà molt millor.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9187" y="4207668"/>
            <a:ext cx="6643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DM Sans"/>
              </a:rPr>
              <a:t>Al desembre, el tancament de l'avaluació consistirà en una petita </a:t>
            </a:r>
            <a:r>
              <a:rPr b="1" sz="1275" i="0" u="none">
                <a:solidFill>
                  <a:srgbClr val="334155"/>
                </a:solidFill>
                <a:latin typeface="DM Sans"/>
              </a:rPr>
              <a:t>defensa oral de 5 minuts</a:t>
            </a:r>
            <a:r>
              <a:rPr b="0" sz="1275" i="0" u="none">
                <a:solidFill>
                  <a:srgbClr val="334155"/>
                </a:solidFill>
                <a:latin typeface="DM Sans"/>
              </a:rPr>
              <a:t> on cadascú ensenyarà orgullós el nom i el logo de la seua nova empresa.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La Importància d'aquesta Fase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40" y="4071937"/>
            <a:ext cx="2365920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440" y="2300287"/>
            <a:ext cx="2365920" cy="129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341" y="4071937"/>
            <a:ext cx="2365920" cy="1495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241" y="2300287"/>
            <a:ext cx="2365920" cy="1295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125" y="3814762"/>
            <a:ext cx="109537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410" y="4252912"/>
            <a:ext cx="218417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Poppins"/>
              </a:rPr>
              <a:t>Setembre/Octubre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415" y="4586287"/>
            <a:ext cx="208017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DM Sans"/>
              </a:rPr>
              <a:t>Idees, brainstorming de noms comercials i inici del disseny del logotip i colors corporatius.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6311" y="2481262"/>
            <a:ext cx="218417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Poppins"/>
              </a:rPr>
              <a:t>Novembre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8315" y="2814637"/>
            <a:ext cx="208017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DM Sans"/>
              </a:rPr>
              <a:t>Trasllat de la imatge a LibreOffice Writer. Creació de les plantilles i papereria de l'empresa.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11" y="4252912"/>
            <a:ext cx="218417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Poppins"/>
              </a:rPr>
              <a:t>Inici Desembre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216" y="4586287"/>
            <a:ext cx="208017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DM Sans"/>
              </a:rPr>
              <a:t>Redacció dels documents de gestió (Carta i Condicions) i l'esquema de seguretat (Guia PRL).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6112" y="2481262"/>
            <a:ext cx="218417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66534"/>
                </a:solidFill>
                <a:latin typeface="Poppins"/>
              </a:rPr>
              <a:t>Final d'Avaluació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8116" y="2814637"/>
            <a:ext cx="208017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DM Sans"/>
              </a:rPr>
              <a:t>Presentació de Marca!</a:t>
            </a:r>
            <a:r>
              <a:rPr b="0" sz="1050" i="0" u="none">
                <a:solidFill>
                  <a:srgbClr val="475569"/>
                </a:solidFill>
                <a:latin typeface="DM Sans"/>
              </a:rPr>
              <a:t> Entrega del teu dossier i defensa oral de 5 minuts davant els companys.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Full de Ruta (Setembre - Desembre)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38325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3225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88125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63026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937" y="2333625"/>
            <a:ext cx="7858125" cy="428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281" y="523875"/>
            <a:ext cx="11501437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Obrim el Processador!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1619250"/>
            <a:ext cx="109537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DM Sans"/>
              </a:rPr>
              <a:t>Tot llest per començar a donar vida a la teua idea.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537" y="2457450"/>
            <a:ext cx="1809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2981325"/>
            <a:ext cx="109537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3743325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3743325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1242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14500" y="3131343"/>
            <a:ext cx="9858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https://images.pixeden.com/images/apple-studio-display-showcase-minimalist-scene-psd-mockup_full_preview_retina.jpg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0" y="3364706"/>
            <a:ext cx="98583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www.pixeden.com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9814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00" y="3895725"/>
            <a:ext cx="98583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https://media.istockphoto.com/id/1883285965/photo/an-unrecognizable-businesswoman-working-in-her-office-on-her-computer.jpg?s=612x612&amp;w=0&amp;k=20&amp;c=gGxCXAwnjSYtoYBxe3IviqIzkJc0WLTdmhUXpQxpcw8=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500" y="4314825"/>
            <a:ext cx="98583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www.istockphoto.com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